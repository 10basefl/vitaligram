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AE60"/>
    <a:srgbClr val="00FF00"/>
    <a:srgbClr val="2ECC71"/>
    <a:srgbClr val="66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9D3146-4286-4050-8027-FFF834D78725}" v="1663" dt="2026-04-23T20:16:49.5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294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C1D14E-A16B-9345-F443-64612BB3D9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5C41CF6-1556-ED5B-3634-B61DE77E4A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54E04B5-A39C-EE28-6A73-FBF96029B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E8A55-1069-4702-BDF8-C1783BD88F4F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CFC2420-3DD2-197D-9E97-CE090DE46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7B0789-F2A5-1F8F-901C-A2AC98FE1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4252D-39F6-4502-A7E4-DCCB59FBF9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4078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058AF8-261F-155E-3B9B-31998AEDE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75FCAC-3D99-F20D-A1DD-3542E160C8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D0282ED-EC70-E0F4-F975-83FE63347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E8A55-1069-4702-BDF8-C1783BD88F4F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6954D4F-A1AB-4859-8398-D252B8931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F89232E-A1B3-9773-4309-18793402D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4252D-39F6-4502-A7E4-DCCB59FBF9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0448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6D821C-9366-D885-47FF-50C599F2B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9D5B8F3-2F5F-4DAA-D106-2395F30546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C05B92C-8BF0-BFEE-E014-AA72F62B5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E8A55-1069-4702-BDF8-C1783BD88F4F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BF96941-BE7B-3F89-16BE-6BF433C44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FEEC070-5E24-9256-CC4B-8C1520844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4252D-39F6-4502-A7E4-DCCB59FBF9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2458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F4F623-021F-71EB-DDBD-727880CF1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6D3CD35-C58C-2210-4AA8-88DAF8BD31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8DAA381-BD17-4E4F-B129-C103A0FD30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E61B706-4330-B189-5D1B-179F1E3F8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E8A55-1069-4702-BDF8-C1783BD88F4F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2561870-9FA7-3A12-FCA7-94F970BCE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D41FFF8-F773-B062-DC74-539596C87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4252D-39F6-4502-A7E4-DCCB59FBF9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3479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91378E-68DC-11B6-204F-3DBDEE933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81B2BE1-E1B4-7DA6-9688-B176AF9D53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CD1EE1A-A500-E946-2B3F-F3D5CFD32B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38DAA9E-DD94-8449-1D27-E75E1108E9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3B0C406-CFAF-2098-25F6-B4913DE29F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4124A6B-8E5B-4CF5-81AA-C4D1BAE49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E8A55-1069-4702-BDF8-C1783BD88F4F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C738617-B2D3-EF89-9873-53E7CFAC5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0F43C0A-546D-3DD0-6C45-A0D1C257B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4252D-39F6-4502-A7E4-DCCB59FBF9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368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2B9EB1-DA6D-5458-8C2E-8D07FCEC6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BE06695-5A34-5492-9757-50E6A9F5F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E8A55-1069-4702-BDF8-C1783BD88F4F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67E1CBD-0CD4-5558-7028-6D0C78DB5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B7DB858-C44E-7807-E64F-357A88605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4252D-39F6-4502-A7E4-DCCB59FBF9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46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ED5597A-115B-9C9D-31FF-DFD51EC17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E8A55-1069-4702-BDF8-C1783BD88F4F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CBD29D4-D5D7-185C-5F72-CF08E4107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5497B01-BFE8-A9E4-2A9D-A8C39244B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4252D-39F6-4502-A7E4-DCCB59FBF9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4837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C060B5-69ED-D317-E4D8-F311D2643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1A82C3-BEB1-34D4-3925-7B7DF43949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12A433E-79A8-6DB2-EA1C-ED9DAF5C99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89B21FD-15D6-9BCD-92EE-52E77DDCD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E8A55-1069-4702-BDF8-C1783BD88F4F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4392DD3-777E-0844-FDC6-E0F225BEB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D675ED8-6634-BEB4-D08D-BA6C8E655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4252D-39F6-4502-A7E4-DCCB59FBF9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6695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218BA0-E7E0-F880-0C1F-9A7BF1FE8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59710F0-BBC4-F543-0040-1808D514BB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161CAB6-297D-317E-E9FB-689C1DA988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EE020D6-896B-18E2-8898-210282D13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E8A55-1069-4702-BDF8-C1783BD88F4F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2D6301E-7425-91FD-8135-C3BC1DF7C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1980B44-2C11-D366-5744-9EF028CB2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4252D-39F6-4502-A7E4-DCCB59FBF9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2240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3C039D-0676-BFAB-1B8D-576A0E174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B29DB8C-9B82-98AC-CE52-A26CB387FE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29E2AD7-62B7-9365-1B47-160142100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E8A55-1069-4702-BDF8-C1783BD88F4F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DFD2350-BE0E-7ECF-695A-CBFD1EC23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8B5836D-377D-AB42-E9D6-567063E38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4252D-39F6-4502-A7E4-DCCB59FBF9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8082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95C2384-D468-A08F-9796-BDB8306369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4F5214F-C3A4-1948-1E63-3813F1F0EC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1BAFBB7-FE32-8EDB-C308-D717AB193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E8A55-1069-4702-BDF8-C1783BD88F4F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3C65DA6-075F-CBF5-C3E4-3DE7C4C4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5AB5917-7936-F10A-FD85-E92800742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4252D-39F6-4502-A7E4-DCCB59FBF9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7549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72FF69-DE17-2FC1-5D97-D92C97836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745057E-6515-BFE3-9DAA-750ECC5913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40A4BDF-1078-A972-AF57-50D0C6F68E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4E8A55-1069-4702-BDF8-C1783BD88F4F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BDFCE81-EB71-739B-3489-D038DCEDF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9D8D999-7F31-E57E-593D-18963DC700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4252D-39F6-4502-A7E4-DCCB59FBF9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6390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57B01ADD-1E4F-2202-3A09-BCF3BD9CD256}"/>
              </a:ext>
            </a:extLst>
          </p:cNvPr>
          <p:cNvSpPr/>
          <p:nvPr/>
        </p:nvSpPr>
        <p:spPr>
          <a:xfrm>
            <a:off x="-305130" y="-235033"/>
            <a:ext cx="12803083" cy="731684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83784AC4-7E5D-75E1-75A9-95B02BEE1739}"/>
              </a:ext>
            </a:extLst>
          </p:cNvPr>
          <p:cNvSpPr/>
          <p:nvPr/>
        </p:nvSpPr>
        <p:spPr>
          <a:xfrm>
            <a:off x="189675" y="180605"/>
            <a:ext cx="11809515" cy="650338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75D555B2-0375-2B86-F78F-DBA48DA2562A}"/>
              </a:ext>
            </a:extLst>
          </p:cNvPr>
          <p:cNvSpPr/>
          <p:nvPr/>
        </p:nvSpPr>
        <p:spPr>
          <a:xfrm>
            <a:off x="526142" y="457691"/>
            <a:ext cx="11130642" cy="593733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B49CF4-632A-8747-4351-9DA526303986}"/>
              </a:ext>
            </a:extLst>
          </p:cNvPr>
          <p:cNvSpPr txBox="1"/>
          <p:nvPr/>
        </p:nvSpPr>
        <p:spPr>
          <a:xfrm>
            <a:off x="692727" y="623454"/>
            <a:ext cx="6681848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ru-RU" sz="7200">
                <a:solidFill>
                  <a:srgbClr val="22AE60"/>
                </a:solidFill>
                <a:latin typeface="Bookman Old Style"/>
                <a:ea typeface="Batang"/>
                <a:cs typeface="Calibri"/>
              </a:rPr>
              <a:t>VITALiGRAM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73B1B6D-F78F-BDA9-EE3F-2BFF289A6ED0}"/>
              </a:ext>
            </a:extLst>
          </p:cNvPr>
          <p:cNvSpPr txBox="1"/>
          <p:nvPr/>
        </p:nvSpPr>
        <p:spPr>
          <a:xfrm>
            <a:off x="692727" y="1712025"/>
            <a:ext cx="207026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ru-RU" sz="2000">
                <a:solidFill>
                  <a:srgbClr val="22AE60"/>
                </a:solidFill>
                <a:latin typeface="Bookman Old Style"/>
                <a:ea typeface="Batang"/>
                <a:cs typeface="Calibri"/>
              </a:rPr>
              <a:t>"Мессенджер"</a:t>
            </a:r>
            <a:endParaRPr lang="ru-RU" sz="2000" dirty="0">
              <a:solidFill>
                <a:srgbClr val="22AE60"/>
              </a:solidFill>
              <a:latin typeface="Bookman Old Style"/>
              <a:ea typeface="Batang"/>
              <a:cs typeface="Calibri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D30AD75-2455-3335-44A5-8C6BF8BA2DFF}"/>
              </a:ext>
            </a:extLst>
          </p:cNvPr>
          <p:cNvSpPr txBox="1"/>
          <p:nvPr/>
        </p:nvSpPr>
        <p:spPr>
          <a:xfrm>
            <a:off x="692727" y="5729843"/>
            <a:ext cx="595943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2000">
                <a:solidFill>
                  <a:srgbClr val="22AE60"/>
                </a:solidFill>
                <a:latin typeface="Bookman Old Style"/>
                <a:ea typeface="Batang"/>
                <a:cs typeface="Calibri"/>
              </a:rPr>
              <a:t>Виталий Гизатулин совместно с ChatGPT</a:t>
            </a:r>
            <a:endParaRPr lang="ru-RU" sz="2000" dirty="0">
              <a:solidFill>
                <a:srgbClr val="22AE60"/>
              </a:solidFill>
              <a:latin typeface="Bookman Old Style"/>
              <a:ea typeface="Batang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23441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269D629-4EAE-3D99-740A-8CEE0C0B2B03}"/>
              </a:ext>
            </a:extLst>
          </p:cNvPr>
          <p:cNvSpPr/>
          <p:nvPr/>
        </p:nvSpPr>
        <p:spPr>
          <a:xfrm>
            <a:off x="-305130" y="-235033"/>
            <a:ext cx="12803083" cy="731684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AFE765B-735F-9AD6-1025-CC191CAF8E6D}"/>
              </a:ext>
            </a:extLst>
          </p:cNvPr>
          <p:cNvSpPr/>
          <p:nvPr/>
        </p:nvSpPr>
        <p:spPr>
          <a:xfrm>
            <a:off x="189675" y="180605"/>
            <a:ext cx="11809515" cy="650338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91B7CDA-EC40-21B0-6CDE-F90D98537806}"/>
              </a:ext>
            </a:extLst>
          </p:cNvPr>
          <p:cNvSpPr/>
          <p:nvPr/>
        </p:nvSpPr>
        <p:spPr>
          <a:xfrm>
            <a:off x="526142" y="457691"/>
            <a:ext cx="11130642" cy="593733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AEA915-5455-C9DD-0D06-EB9EBB1E45C5}"/>
              </a:ext>
            </a:extLst>
          </p:cNvPr>
          <p:cNvSpPr txBox="1"/>
          <p:nvPr/>
        </p:nvSpPr>
        <p:spPr>
          <a:xfrm>
            <a:off x="5304312" y="663039"/>
            <a:ext cx="159524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4000" dirty="0">
                <a:solidFill>
                  <a:srgbClr val="22AE60"/>
                </a:solidFill>
                <a:latin typeface="Bookman Old Style"/>
                <a:ea typeface="Batang"/>
                <a:cs typeface="Calibri"/>
              </a:rPr>
              <a:t>Идея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072EF6-9C30-B2ED-D06E-44D8EF6AE1AA}"/>
              </a:ext>
            </a:extLst>
          </p:cNvPr>
          <p:cNvSpPr txBox="1"/>
          <p:nvPr/>
        </p:nvSpPr>
        <p:spPr>
          <a:xfrm>
            <a:off x="524494" y="1989116"/>
            <a:ext cx="11144987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2800" dirty="0">
                <a:solidFill>
                  <a:srgbClr val="22AE60"/>
                </a:solidFill>
                <a:latin typeface="Bookman Old Style"/>
                <a:ea typeface="Batang"/>
                <a:cs typeface="Calibri"/>
              </a:rPr>
              <a:t>Идеей было создать сайт (может в будущем приложение) благодаря которому можно переписываться без </a:t>
            </a:r>
            <a:r>
              <a:rPr lang="ru-RU" sz="2800">
                <a:solidFill>
                  <a:srgbClr val="22AE60"/>
                </a:solidFill>
                <a:latin typeface="Bookman Old Style"/>
                <a:ea typeface="Batang"/>
                <a:cs typeface="Calibri"/>
              </a:rPr>
              <a:t>трудностей и задержек, и в каком-то смысле задача была выполнена.</a:t>
            </a:r>
          </a:p>
          <a:p>
            <a:r>
              <a:rPr lang="ru-RU" sz="2800">
                <a:solidFill>
                  <a:srgbClr val="22AE60"/>
                </a:solidFill>
                <a:latin typeface="Bookman Old Style"/>
                <a:ea typeface="Batang"/>
                <a:cs typeface="Calibri"/>
              </a:rPr>
              <a:t>В будущем хотел бы продолжить работать над проектом для</a:t>
            </a:r>
            <a:endParaRPr lang="ru-RU" sz="2800" dirty="0">
              <a:solidFill>
                <a:srgbClr val="22AE60"/>
              </a:solidFill>
              <a:latin typeface="Bookman Old Style"/>
              <a:ea typeface="Batang"/>
              <a:cs typeface="Calibri"/>
            </a:endParaRPr>
          </a:p>
          <a:p>
            <a:r>
              <a:rPr lang="ru-RU" sz="2800">
                <a:solidFill>
                  <a:srgbClr val="22AE60"/>
                </a:solidFill>
                <a:latin typeface="Bookman Old Style"/>
                <a:ea typeface="Batang"/>
                <a:cs typeface="Calibri"/>
              </a:rPr>
              <a:t>личного пользования.</a:t>
            </a:r>
            <a:endParaRPr lang="ru-RU" sz="2800" dirty="0">
              <a:solidFill>
                <a:srgbClr val="22AE60"/>
              </a:solidFill>
              <a:latin typeface="Bookman Old Style"/>
              <a:ea typeface="Batang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85950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377988E-A17D-B8CA-B82A-C636FC5BBE4F}"/>
              </a:ext>
            </a:extLst>
          </p:cNvPr>
          <p:cNvSpPr/>
          <p:nvPr/>
        </p:nvSpPr>
        <p:spPr>
          <a:xfrm>
            <a:off x="-305130" y="-235033"/>
            <a:ext cx="12803083" cy="731684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6807D91-5581-7952-A382-9D85DA00410B}"/>
              </a:ext>
            </a:extLst>
          </p:cNvPr>
          <p:cNvSpPr/>
          <p:nvPr/>
        </p:nvSpPr>
        <p:spPr>
          <a:xfrm>
            <a:off x="189675" y="180605"/>
            <a:ext cx="11809515" cy="650338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DAF1D38-FA67-B496-6610-A12189E9FB05}"/>
              </a:ext>
            </a:extLst>
          </p:cNvPr>
          <p:cNvSpPr/>
          <p:nvPr/>
        </p:nvSpPr>
        <p:spPr>
          <a:xfrm>
            <a:off x="526142" y="457691"/>
            <a:ext cx="11130642" cy="593733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852C26-1080-CDC8-3910-8EF98A884700}"/>
              </a:ext>
            </a:extLst>
          </p:cNvPr>
          <p:cNvSpPr txBox="1"/>
          <p:nvPr/>
        </p:nvSpPr>
        <p:spPr>
          <a:xfrm>
            <a:off x="534391" y="672935"/>
            <a:ext cx="11135093" cy="55092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3200" dirty="0">
                <a:solidFill>
                  <a:srgbClr val="22AE60"/>
                </a:solidFill>
                <a:latin typeface="Bookman Old Style"/>
                <a:ea typeface="Batang"/>
                <a:cs typeface="Calibri"/>
              </a:rPr>
              <a:t>"Мессенджер" был написан на Python с использованием FastAPI. В код интерпритирована БД SQLite3, а также используется протокол Websocket для получения сообщений без задержек. БД нужна для сохранения сообщений и </a:t>
            </a:r>
            <a:r>
              <a:rPr lang="ru-RU" sz="3200">
                <a:solidFill>
                  <a:srgbClr val="22AE60"/>
                </a:solidFill>
                <a:latin typeface="Bookman Old Style"/>
                <a:ea typeface="Batang"/>
                <a:cs typeface="Calibri"/>
              </a:rPr>
              <a:t>пользователей. Frontend был написан Chat'ом GPT. Также "мессенджер" поддерживает отправку фоток и гифок при </a:t>
            </a:r>
            <a:r>
              <a:rPr lang="ru-RU" sz="3200" dirty="0">
                <a:solidFill>
                  <a:srgbClr val="22AE60"/>
                </a:solidFill>
                <a:latin typeface="Bookman Old Style"/>
                <a:ea typeface="Batang"/>
                <a:cs typeface="Calibri"/>
              </a:rPr>
              <a:t>помощи парсинга, то есть "превращает" URL ссылки в</a:t>
            </a:r>
          </a:p>
          <a:p>
            <a:r>
              <a:rPr lang="ru-RU" sz="3200" dirty="0">
                <a:solidFill>
                  <a:srgbClr val="22AE60"/>
                </a:solidFill>
                <a:latin typeface="Bookman Old Style"/>
                <a:ea typeface="Batang"/>
                <a:cs typeface="Calibri"/>
              </a:rPr>
              <a:t>те самые гифки и фотки. К сожалению </a:t>
            </a:r>
            <a:r>
              <a:rPr lang="ru-RU" sz="3200">
                <a:solidFill>
                  <a:srgbClr val="22AE60"/>
                </a:solidFill>
                <a:latin typeface="Bookman Old Style"/>
                <a:ea typeface="Batang"/>
                <a:cs typeface="Calibri"/>
              </a:rPr>
              <a:t>"мессенджер" работает только в локальной сети.</a:t>
            </a:r>
          </a:p>
        </p:txBody>
      </p:sp>
    </p:spTree>
    <p:extLst>
      <p:ext uri="{BB962C8B-B14F-4D97-AF65-F5344CB8AC3E}">
        <p14:creationId xmlns:p14="http://schemas.microsoft.com/office/powerpoint/2010/main" val="2239704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A00126A-0502-614A-D161-F367EE467A10}"/>
              </a:ext>
            </a:extLst>
          </p:cNvPr>
          <p:cNvSpPr/>
          <p:nvPr/>
        </p:nvSpPr>
        <p:spPr>
          <a:xfrm>
            <a:off x="-305130" y="-235033"/>
            <a:ext cx="12803083" cy="731684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FD859F2-6131-B86A-415A-8ECF90F6A50A}"/>
              </a:ext>
            </a:extLst>
          </p:cNvPr>
          <p:cNvSpPr/>
          <p:nvPr/>
        </p:nvSpPr>
        <p:spPr>
          <a:xfrm>
            <a:off x="189675" y="180605"/>
            <a:ext cx="11809515" cy="650338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4F8CB91-6491-C73B-59D8-76B306EAC891}"/>
              </a:ext>
            </a:extLst>
          </p:cNvPr>
          <p:cNvSpPr/>
          <p:nvPr/>
        </p:nvSpPr>
        <p:spPr>
          <a:xfrm>
            <a:off x="526142" y="457691"/>
            <a:ext cx="11130642" cy="593733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9230A58-3AA8-5A2F-D5F7-8E01ABB07B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409" y="1301832"/>
            <a:ext cx="9902036" cy="295266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6F0EBC1-58A0-A6F0-4C6B-CBB71A3422EA}"/>
              </a:ext>
            </a:extLst>
          </p:cNvPr>
          <p:cNvSpPr txBox="1"/>
          <p:nvPr/>
        </p:nvSpPr>
        <p:spPr>
          <a:xfrm>
            <a:off x="785409" y="593947"/>
            <a:ext cx="322373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4000" dirty="0">
                <a:solidFill>
                  <a:srgbClr val="22AE60"/>
                </a:solidFill>
                <a:latin typeface="Bookman Old Style"/>
                <a:ea typeface="Batang"/>
                <a:cs typeface="Calibri"/>
              </a:rPr>
              <a:t>Импорты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F2F8DA8-5551-3315-DB14-F787192FA6B4}"/>
              </a:ext>
            </a:extLst>
          </p:cNvPr>
          <p:cNvSpPr/>
          <p:nvPr/>
        </p:nvSpPr>
        <p:spPr>
          <a:xfrm>
            <a:off x="785409" y="4254499"/>
            <a:ext cx="9902036" cy="8518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6428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80BE3AF-40A7-07C1-C1E4-008D248A154C}"/>
              </a:ext>
            </a:extLst>
          </p:cNvPr>
          <p:cNvSpPr/>
          <p:nvPr/>
        </p:nvSpPr>
        <p:spPr>
          <a:xfrm>
            <a:off x="-305130" y="-235033"/>
            <a:ext cx="12803083" cy="731684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E2B4461-C97A-8C08-B7F9-B8F58B6A462E}"/>
              </a:ext>
            </a:extLst>
          </p:cNvPr>
          <p:cNvSpPr/>
          <p:nvPr/>
        </p:nvSpPr>
        <p:spPr>
          <a:xfrm>
            <a:off x="189675" y="180605"/>
            <a:ext cx="11809515" cy="650338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B2974B6-FFD6-6581-700F-8BD31911836A}"/>
              </a:ext>
            </a:extLst>
          </p:cNvPr>
          <p:cNvSpPr/>
          <p:nvPr/>
        </p:nvSpPr>
        <p:spPr>
          <a:xfrm>
            <a:off x="526142" y="457691"/>
            <a:ext cx="11130642" cy="593733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30F84D1-86AA-7E38-2A44-72CD301ED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273" y="1215220"/>
            <a:ext cx="10711454" cy="302426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538BA79-B59F-CE3D-F181-7FEAACD349BB}"/>
              </a:ext>
            </a:extLst>
          </p:cNvPr>
          <p:cNvSpPr txBox="1"/>
          <p:nvPr/>
        </p:nvSpPr>
        <p:spPr>
          <a:xfrm>
            <a:off x="680446" y="457691"/>
            <a:ext cx="412650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4000" dirty="0">
                <a:solidFill>
                  <a:srgbClr val="22AE60"/>
                </a:solidFill>
                <a:latin typeface="Bookman Old Style"/>
                <a:ea typeface="Batang"/>
                <a:cs typeface="Calibri"/>
              </a:rPr>
              <a:t>База Данных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A5A38EA-8CDE-B0D9-C29C-517BA8B5C72B}"/>
              </a:ext>
            </a:extLst>
          </p:cNvPr>
          <p:cNvSpPr/>
          <p:nvPr/>
        </p:nvSpPr>
        <p:spPr>
          <a:xfrm>
            <a:off x="740274" y="4239489"/>
            <a:ext cx="10711453" cy="10019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9700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54D52FD-4E64-FD34-A70B-FA46D3279D49}"/>
              </a:ext>
            </a:extLst>
          </p:cNvPr>
          <p:cNvSpPr/>
          <p:nvPr/>
        </p:nvSpPr>
        <p:spPr>
          <a:xfrm>
            <a:off x="-305130" y="-235033"/>
            <a:ext cx="12803083" cy="731684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E862C3A-B7FF-466E-C4F8-A0E0372BE085}"/>
              </a:ext>
            </a:extLst>
          </p:cNvPr>
          <p:cNvSpPr/>
          <p:nvPr/>
        </p:nvSpPr>
        <p:spPr>
          <a:xfrm>
            <a:off x="189675" y="180605"/>
            <a:ext cx="11809515" cy="650338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82CB875-BB40-57F2-D4C9-D6413BF2722E}"/>
              </a:ext>
            </a:extLst>
          </p:cNvPr>
          <p:cNvSpPr/>
          <p:nvPr/>
        </p:nvSpPr>
        <p:spPr>
          <a:xfrm>
            <a:off x="526142" y="457691"/>
            <a:ext cx="11130642" cy="593733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B0298FB-343F-DB7D-2310-02BA1C6D30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771" y="1165577"/>
            <a:ext cx="10624757" cy="3033876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6E36050-08C2-A254-04D3-B18490BC681D}"/>
              </a:ext>
            </a:extLst>
          </p:cNvPr>
          <p:cNvSpPr/>
          <p:nvPr/>
        </p:nvSpPr>
        <p:spPr>
          <a:xfrm>
            <a:off x="713770" y="4193641"/>
            <a:ext cx="10624757" cy="10019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65E22D-8425-303F-8153-15CF12C898D9}"/>
              </a:ext>
            </a:extLst>
          </p:cNvPr>
          <p:cNvSpPr txBox="1"/>
          <p:nvPr/>
        </p:nvSpPr>
        <p:spPr>
          <a:xfrm>
            <a:off x="624868" y="457691"/>
            <a:ext cx="9338871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4000" dirty="0">
                <a:solidFill>
                  <a:srgbClr val="22AE60"/>
                </a:solidFill>
                <a:latin typeface="Bookman Old Style"/>
                <a:ea typeface="Batang"/>
                <a:cs typeface="Calibri"/>
              </a:rPr>
              <a:t>Управление профилями</a:t>
            </a:r>
          </a:p>
        </p:txBody>
      </p:sp>
    </p:spTree>
    <p:extLst>
      <p:ext uri="{BB962C8B-B14F-4D97-AF65-F5344CB8AC3E}">
        <p14:creationId xmlns:p14="http://schemas.microsoft.com/office/powerpoint/2010/main" val="35123056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1EE098C-FD63-6AF1-049E-922226B36A1E}"/>
              </a:ext>
            </a:extLst>
          </p:cNvPr>
          <p:cNvSpPr/>
          <p:nvPr/>
        </p:nvSpPr>
        <p:spPr>
          <a:xfrm>
            <a:off x="-305130" y="-235033"/>
            <a:ext cx="12803083" cy="731684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E10D15D-F606-F138-B0E1-553D0974E627}"/>
              </a:ext>
            </a:extLst>
          </p:cNvPr>
          <p:cNvSpPr/>
          <p:nvPr/>
        </p:nvSpPr>
        <p:spPr>
          <a:xfrm>
            <a:off x="189675" y="180605"/>
            <a:ext cx="11809515" cy="650338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684D4E4-2E3A-4FB5-0019-A341D06603DB}"/>
              </a:ext>
            </a:extLst>
          </p:cNvPr>
          <p:cNvSpPr/>
          <p:nvPr/>
        </p:nvSpPr>
        <p:spPr>
          <a:xfrm>
            <a:off x="526142" y="457691"/>
            <a:ext cx="11130642" cy="593733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F0664F0-A75C-A3FE-225F-E8720E7B7D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818" y="1286032"/>
            <a:ext cx="10971290" cy="2768198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DCAF602-606D-853D-0C57-9A67036E28C9}"/>
              </a:ext>
            </a:extLst>
          </p:cNvPr>
          <p:cNvSpPr/>
          <p:nvPr/>
        </p:nvSpPr>
        <p:spPr>
          <a:xfrm>
            <a:off x="605818" y="4054230"/>
            <a:ext cx="10971290" cy="9438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7B4373-35EF-B886-A30A-E2EE63869A57}"/>
              </a:ext>
            </a:extLst>
          </p:cNvPr>
          <p:cNvSpPr txBox="1"/>
          <p:nvPr/>
        </p:nvSpPr>
        <p:spPr>
          <a:xfrm>
            <a:off x="624868" y="457691"/>
            <a:ext cx="9338871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4000" dirty="0">
                <a:solidFill>
                  <a:srgbClr val="22AE60"/>
                </a:solidFill>
                <a:latin typeface="Bookman Old Style"/>
                <a:ea typeface="Batang"/>
                <a:cs typeface="Calibri"/>
              </a:rPr>
              <a:t>История сообщений</a:t>
            </a:r>
          </a:p>
        </p:txBody>
      </p:sp>
    </p:spTree>
    <p:extLst>
      <p:ext uri="{BB962C8B-B14F-4D97-AF65-F5344CB8AC3E}">
        <p14:creationId xmlns:p14="http://schemas.microsoft.com/office/powerpoint/2010/main" val="581651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75DF9BD-1351-8BE5-9DA5-38874CA028B5}"/>
              </a:ext>
            </a:extLst>
          </p:cNvPr>
          <p:cNvSpPr/>
          <p:nvPr/>
        </p:nvSpPr>
        <p:spPr>
          <a:xfrm>
            <a:off x="-305130" y="-235033"/>
            <a:ext cx="12803083" cy="731684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9BA9652-85DB-B8CA-430E-3CC77C8AF318}"/>
              </a:ext>
            </a:extLst>
          </p:cNvPr>
          <p:cNvSpPr/>
          <p:nvPr/>
        </p:nvSpPr>
        <p:spPr>
          <a:xfrm>
            <a:off x="189675" y="180605"/>
            <a:ext cx="11809515" cy="650338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FB68623-473E-D699-6ED9-F81AE808E63F}"/>
              </a:ext>
            </a:extLst>
          </p:cNvPr>
          <p:cNvSpPr/>
          <p:nvPr/>
        </p:nvSpPr>
        <p:spPr>
          <a:xfrm>
            <a:off x="526142" y="457691"/>
            <a:ext cx="11130642" cy="593733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0EE6124-998A-CB5A-D5A6-692FA54809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498" y="1126796"/>
            <a:ext cx="5969402" cy="4882259"/>
          </a:xfrm>
          <a:prstGeom prst="rect">
            <a:avLst/>
          </a:prstGeom>
        </p:spPr>
      </p:pic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C982CF5-8FAD-3319-CB10-DC79858E5920}"/>
              </a:ext>
            </a:extLst>
          </p:cNvPr>
          <p:cNvSpPr/>
          <p:nvPr/>
        </p:nvSpPr>
        <p:spPr>
          <a:xfrm>
            <a:off x="723499" y="6009055"/>
            <a:ext cx="5969402" cy="9438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3D1A1F-3E63-11DC-58B1-B4681EED1560}"/>
              </a:ext>
            </a:extLst>
          </p:cNvPr>
          <p:cNvSpPr txBox="1"/>
          <p:nvPr/>
        </p:nvSpPr>
        <p:spPr>
          <a:xfrm>
            <a:off x="624868" y="457691"/>
            <a:ext cx="9338871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dirty="0" err="1">
                <a:solidFill>
                  <a:srgbClr val="22AE60"/>
                </a:solidFill>
                <a:latin typeface="Bookman Old Style"/>
                <a:ea typeface="Batang"/>
                <a:cs typeface="Calibri"/>
              </a:rPr>
              <a:t>Websocket</a:t>
            </a:r>
            <a:endParaRPr lang="ru-RU" sz="4000" dirty="0">
              <a:solidFill>
                <a:srgbClr val="22AE60"/>
              </a:solidFill>
              <a:latin typeface="Bookman Old Style"/>
              <a:ea typeface="Batang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793184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29860AF-A5CC-3CF4-9E94-5CABB199F844}"/>
              </a:ext>
            </a:extLst>
          </p:cNvPr>
          <p:cNvSpPr/>
          <p:nvPr/>
        </p:nvSpPr>
        <p:spPr>
          <a:xfrm>
            <a:off x="-305130" y="-235033"/>
            <a:ext cx="12803083" cy="731684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2D5A2A1-3CC8-8DE5-F3DB-99CC09BDE931}"/>
              </a:ext>
            </a:extLst>
          </p:cNvPr>
          <p:cNvSpPr/>
          <p:nvPr/>
        </p:nvSpPr>
        <p:spPr>
          <a:xfrm>
            <a:off x="189675" y="177306"/>
            <a:ext cx="11809515" cy="650338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C1828EA-F624-A177-92FF-1320D7840A99}"/>
              </a:ext>
            </a:extLst>
          </p:cNvPr>
          <p:cNvSpPr/>
          <p:nvPr/>
        </p:nvSpPr>
        <p:spPr>
          <a:xfrm>
            <a:off x="526142" y="454392"/>
            <a:ext cx="11130642" cy="593733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2D69D9D-EE1B-8403-B8A0-A5C2D94D6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685" y="1257300"/>
            <a:ext cx="6216865" cy="491499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950E2A1-49A9-C19F-7B65-15FCD248DD1C}"/>
              </a:ext>
            </a:extLst>
          </p:cNvPr>
          <p:cNvSpPr txBox="1"/>
          <p:nvPr/>
        </p:nvSpPr>
        <p:spPr>
          <a:xfrm>
            <a:off x="624868" y="457691"/>
            <a:ext cx="9338871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dirty="0" err="1">
                <a:solidFill>
                  <a:srgbClr val="22AE60"/>
                </a:solidFill>
                <a:latin typeface="Bookman Old Style"/>
                <a:ea typeface="Batang"/>
                <a:cs typeface="Calibri"/>
              </a:rPr>
              <a:t>FastAPI</a:t>
            </a:r>
            <a:endParaRPr lang="ru-RU" sz="4000" dirty="0">
              <a:solidFill>
                <a:srgbClr val="22AE60"/>
              </a:solidFill>
              <a:latin typeface="Bookman Old Style"/>
              <a:ea typeface="Batang"/>
              <a:cs typeface="Calibri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2874FD4B-75F0-3B87-E5DC-0BADDE53F59F}"/>
              </a:ext>
            </a:extLst>
          </p:cNvPr>
          <p:cNvSpPr/>
          <p:nvPr/>
        </p:nvSpPr>
        <p:spPr>
          <a:xfrm>
            <a:off x="723685" y="6172293"/>
            <a:ext cx="6216865" cy="91723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2344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AC8B78B-2C27-2FC6-3B1D-4165053F0D10}"/>
              </a:ext>
            </a:extLst>
          </p:cNvPr>
          <p:cNvSpPr/>
          <p:nvPr/>
        </p:nvSpPr>
        <p:spPr>
          <a:xfrm>
            <a:off x="-305130" y="-235033"/>
            <a:ext cx="12803083" cy="731684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295C3E8-E03A-D075-317D-FBFA72D0DFFD}"/>
              </a:ext>
            </a:extLst>
          </p:cNvPr>
          <p:cNvSpPr/>
          <p:nvPr/>
        </p:nvSpPr>
        <p:spPr>
          <a:xfrm>
            <a:off x="189675" y="177306"/>
            <a:ext cx="11809515" cy="650338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55C662A-32AE-0675-5B59-9EC514610CBF}"/>
              </a:ext>
            </a:extLst>
          </p:cNvPr>
          <p:cNvSpPr/>
          <p:nvPr/>
        </p:nvSpPr>
        <p:spPr>
          <a:xfrm>
            <a:off x="526142" y="454392"/>
            <a:ext cx="11130642" cy="593733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64B515-E6A6-B8B7-3261-6F147726FDDE}"/>
              </a:ext>
            </a:extLst>
          </p:cNvPr>
          <p:cNvSpPr txBox="1"/>
          <p:nvPr/>
        </p:nvSpPr>
        <p:spPr>
          <a:xfrm>
            <a:off x="1314372" y="2869060"/>
            <a:ext cx="9554181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6600" dirty="0">
                <a:solidFill>
                  <a:srgbClr val="22AE60"/>
                </a:solidFill>
                <a:latin typeface="Bookman Old Style"/>
                <a:ea typeface="Batang"/>
                <a:cs typeface="Calibri"/>
              </a:rPr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69249874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141</Words>
  <Application>Microsoft Office PowerPoint</Application>
  <PresentationFormat>Широкоэкранный</PresentationFormat>
  <Paragraphs>16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Bookman Old Style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Student</dc:creator>
  <cp:lastModifiedBy>Виталий Гизатулин</cp:lastModifiedBy>
  <cp:revision>205</cp:revision>
  <dcterms:created xsi:type="dcterms:W3CDTF">2026-04-23T08:25:10Z</dcterms:created>
  <dcterms:modified xsi:type="dcterms:W3CDTF">2026-04-24T06:21:43Z</dcterms:modified>
</cp:coreProperties>
</file>